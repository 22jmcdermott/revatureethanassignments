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57C7B-FA21-5B5D-F9A5-CD663DECCF61}" v="978" dt="2026-07-01T16:43:25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More information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Partitions and methods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CED1-9EC2-2F6A-8FAB-36085A10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9A107-4A43-1C23-B030-6DCAA1DF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can th</a:t>
            </a:r>
            <a:r>
              <a:rPr lang="en-US">
                <a:solidFill>
                  <a:srgbClr val="000000"/>
                </a:solidFill>
                <a:latin typeface="Aptos"/>
              </a:rPr>
              <a:t>ink</a:t>
            </a:r>
            <a:r>
              <a:rPr lang="en-US"/>
              <a:t> of a partition as a piece of our dataset that can process independently.</a:t>
            </a:r>
            <a:endParaRPr lang="en-US" dirty="0"/>
          </a:p>
          <a:p>
            <a:r>
              <a:rPr lang="en-US" dirty="0"/>
              <a:t>Its also good to know that partitions are processed in parallel across a cluster, so more partitions means more parallelism.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83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134A-77C9-9D76-C380-772305F9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1624B-E4E4-E353-2A3E-070E8812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Shuffle – When we decrease/increase the number of partitions in our code, a shuffle can occur. A shuffle is an expensive operation that will redistribute our data </a:t>
            </a:r>
            <a:r>
              <a:rPr lang="en-US"/>
              <a:t>among partitions.</a:t>
            </a:r>
            <a:endParaRPr lang="en-US" dirty="0"/>
          </a:p>
          <a:p>
            <a:r>
              <a:rPr lang="en-US"/>
              <a:t>Coalesce – Use when decreasing partitions (no shuffle needed)</a:t>
            </a:r>
          </a:p>
          <a:p>
            <a:r>
              <a:rPr lang="en-US" dirty="0"/>
              <a:t>Repartition – Use for increasing partitions (requires sh</a:t>
            </a:r>
            <a:r>
              <a:rPr lang="en-US"/>
              <a:t>uffle)</a:t>
            </a:r>
          </a:p>
          <a:p>
            <a:r>
              <a:rPr lang="en-US" dirty="0"/>
              <a:t>Partition By- Use when we want a custom partition based on a key – value RDD. It optimized joins/</a:t>
            </a:r>
            <a:r>
              <a:rPr lang="en-US" dirty="0" err="1"/>
              <a:t>groupbys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821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3187-AAB4-87D9-3A3D-C6F975A0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code</a:t>
            </a:r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8E00E5DA-5D66-F18C-BFFA-3EC334D1E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816" y="2224201"/>
            <a:ext cx="5229225" cy="3162300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A67E9EB-406B-B47C-9A4B-4D76EA510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07" y="2258559"/>
            <a:ext cx="50673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C622-F03B-7D3E-AD7E-7740D6EE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Parquet</a:t>
            </a:r>
            <a:r>
              <a:rPr lang="en-US"/>
              <a:t> 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858C5-D52B-6A3B-8708-8EF955D8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use the exact functions we learned to decide the data structure </a:t>
            </a:r>
            <a:r>
              <a:rPr lang="en-US"/>
              <a:t>of our parquet</a:t>
            </a:r>
            <a:r>
              <a:rPr lang="en-US" dirty="0"/>
              <a:t> files. </a:t>
            </a:r>
          </a:p>
          <a:p>
            <a:r>
              <a:rPr lang="en-US" dirty="0" err="1"/>
              <a:t>PartitionBy</a:t>
            </a:r>
            <a:r>
              <a:rPr lang="en-US" dirty="0"/>
              <a:t> can be used when deciding the directory structure of our parquet when inserting a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We also use coalesce and repartition for file size management. Coalesce makes it more efficient by avoiding a shuffle by merging partitions, and repartition will increase partitions to make sure </a:t>
            </a:r>
            <a:r>
              <a:rPr lang="en-US"/>
              <a:t>data is evenly distributed for writing. This causes a shuffle so it's more expensive.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4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F2EB-5AA6-4189-C07D-016D6B1A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Partitions vs Bucketing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4DFB2-F83B-891E-3D08-E8F43C107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Partitions and bucketing are similar because they both aim to increase the performance of our big data operations.</a:t>
            </a:r>
          </a:p>
          <a:p>
            <a:r>
              <a:rPr lang="en-US" dirty="0"/>
              <a:t>Partitions are </a:t>
            </a:r>
            <a:r>
              <a:rPr lang="en-US" dirty="0" err="1"/>
              <a:t>effiecient</a:t>
            </a:r>
            <a:r>
              <a:rPr lang="en-US" dirty="0"/>
              <a:t> when you will be querying and want efficient resource utilization.  Best used when there are not many distinct values.</a:t>
            </a:r>
          </a:p>
          <a:p>
            <a:r>
              <a:rPr lang="en-US" dirty="0"/>
              <a:t>Bucketing is when we have a set number of buckets we use to distribute data evenly, using a hash function on a </a:t>
            </a:r>
            <a:r>
              <a:rPr lang="en-US" dirty="0" err="1"/>
              <a:t>specifie</a:t>
            </a:r>
            <a:r>
              <a:rPr lang="en-US" dirty="0"/>
              <a:t>d column. This ensures that records with the same key are always grouped in the same bucket. Bucketing will speed up joins and </a:t>
            </a:r>
            <a:r>
              <a:rPr lang="en-US" dirty="0" err="1"/>
              <a:t>GroupBy</a:t>
            </a:r>
            <a:r>
              <a:rPr lang="en-US" dirty="0"/>
              <a:t> operations by minimizing expensive shuffles.</a:t>
            </a:r>
          </a:p>
        </p:txBody>
      </p:sp>
    </p:spTree>
    <p:extLst>
      <p:ext uri="{BB962C8B-B14F-4D97-AF65-F5344CB8AC3E}">
        <p14:creationId xmlns:p14="http://schemas.microsoft.com/office/powerpoint/2010/main" val="237712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More information</vt:lpstr>
      <vt:lpstr>Partitions</vt:lpstr>
      <vt:lpstr>Partition methods</vt:lpstr>
      <vt:lpstr>Example code</vt:lpstr>
      <vt:lpstr>Working with Parquet Files</vt:lpstr>
      <vt:lpstr>Partitions vs Bucketing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169</cp:revision>
  <dcterms:created xsi:type="dcterms:W3CDTF">2026-07-01T14:29:23Z</dcterms:created>
  <dcterms:modified xsi:type="dcterms:W3CDTF">2026-07-01T16:43:50Z</dcterms:modified>
</cp:coreProperties>
</file>